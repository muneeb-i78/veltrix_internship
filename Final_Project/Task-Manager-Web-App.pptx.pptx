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mfortaa Bold" charset="1" panose="00000800000000000000"/>
      <p:regular r:id="rId19"/>
    </p:embeddedFont>
    <p:embeddedFont>
      <p:font typeface="Raleway Bold" charset="1" panose="00000000000000000000"/>
      <p:regular r:id="rId20"/>
    </p:embeddedFont>
    <p:embeddedFont>
      <p:font typeface="Raleway Medium" charset="1" panose="00000000000000000000"/>
      <p:regular r:id="rId21"/>
    </p:embeddedFont>
    <p:embeddedFont>
      <p:font typeface="Raleway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tasik-git-main-muneeb-i78s-projects.vercel.app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6.png" Type="http://schemas.openxmlformats.org/officeDocument/2006/relationships/image"/><Relationship Id="rId4" Target="https://tasik-git-main-muneeb-i78s-projects.vercel.app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https://tasik-git-main-muneeb-i78s-projects.vercel.app" TargetMode="External" Type="http://schemas.openxmlformats.org/officeDocument/2006/relationships/hyperlink"/><Relationship Id="rId7" Target="https://veltrix-internship.onrender.com" TargetMode="External" Type="http://schemas.openxmlformats.org/officeDocument/2006/relationships/hyperlink"/><Relationship Id="rId8" Target="https://github.com/muneeb-i78/Veltrix_internshi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91" y="777030"/>
            <a:ext cx="6549476" cy="8732787"/>
            <a:chOff x="0" y="0"/>
            <a:chExt cx="8732634" cy="116437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38049" y="2363686"/>
            <a:ext cx="6858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TASIK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8049" y="3674269"/>
            <a:ext cx="9269911" cy="241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0"/>
              </a:lnSpc>
            </a:pPr>
            <a:r>
              <a:rPr lang="en-US" sz="7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Task Manager Web App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8049" y="6445748"/>
            <a:ext cx="926991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Muneeb Ijaz</a:t>
            </a: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· Veltrix IT Solutions ·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38049" y="7286625"/>
            <a:ext cx="9269911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🔗</a:t>
            </a:r>
            <a:r>
              <a:rPr lang="en-US" b="true" sz="2400" u="sng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  <a:hlinkClick r:id="rId4" tooltip="https://tasik-git-main-muneeb-i78s-projects.vercel.app"/>
              </a:rPr>
              <a:t> Live Demo →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206846"/>
            <a:ext cx="2797673" cy="580130"/>
            <a:chOff x="0" y="0"/>
            <a:chExt cx="3730231" cy="773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30244" cy="773430"/>
            </a:xfrm>
            <a:custGeom>
              <a:avLst/>
              <a:gdLst/>
              <a:ahLst/>
              <a:cxnLst/>
              <a:rect r="r" b="b" t="t" l="l"/>
              <a:pathLst>
                <a:path h="773430" w="3730244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3343529" y="0"/>
                  </a:lnTo>
                  <a:cubicBezTo>
                    <a:pt x="3557143" y="0"/>
                    <a:pt x="3730244" y="173101"/>
                    <a:pt x="3730244" y="386715"/>
                  </a:cubicBezTo>
                  <a:cubicBezTo>
                    <a:pt x="3730244" y="600329"/>
                    <a:pt x="3557143" y="773430"/>
                    <a:pt x="3343529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5187" y="1204170"/>
            <a:ext cx="2427389" cy="49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19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872263"/>
            <a:ext cx="6858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What is TASIK?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049" y="3577533"/>
            <a:ext cx="5155406" cy="5155406"/>
            <a:chOff x="0" y="0"/>
            <a:chExt cx="6873875" cy="687387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873875" cy="6873875"/>
            </a:xfrm>
            <a:custGeom>
              <a:avLst/>
              <a:gdLst/>
              <a:ahLst/>
              <a:cxnLst/>
              <a:rect r="r" b="b" t="t" l="l"/>
              <a:pathLst>
                <a:path h="6873875" w="6873875">
                  <a:moveTo>
                    <a:pt x="0" y="0"/>
                  </a:moveTo>
                  <a:lnTo>
                    <a:pt x="6873875" y="0"/>
                  </a:lnTo>
                  <a:lnTo>
                    <a:pt x="6873875" y="6873875"/>
                  </a:lnTo>
                  <a:lnTo>
                    <a:pt x="0" y="6873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997751" y="4272563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97751" y="4923977"/>
            <a:ext cx="10219582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Daily tasks scattered across notes, emails, and memory — no secure, centralized system.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7751" y="6305845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The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7751" y="6957270"/>
            <a:ext cx="10219582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</a:t>
            </a:r>
            <a:r>
              <a:rPr lang="en-US" sz="2400" b="true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full-stack web app</a:t>
            </a: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where users register, log in, and manage tasks in a secure, organized interface with real-time session protection.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5658" y="838943"/>
            <a:ext cx="1710633" cy="520303"/>
            <a:chOff x="0" y="0"/>
            <a:chExt cx="2280844" cy="6937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0793" cy="693674"/>
            </a:xfrm>
            <a:custGeom>
              <a:avLst/>
              <a:gdLst/>
              <a:ahLst/>
              <a:cxnLst/>
              <a:rect r="r" b="b" t="t" l="l"/>
              <a:pathLst>
                <a:path h="693674" w="2280793">
                  <a:moveTo>
                    <a:pt x="0" y="346837"/>
                  </a:moveTo>
                  <a:cubicBezTo>
                    <a:pt x="0" y="155321"/>
                    <a:pt x="155321" y="0"/>
                    <a:pt x="346837" y="0"/>
                  </a:cubicBezTo>
                  <a:lnTo>
                    <a:pt x="1933956" y="0"/>
                  </a:lnTo>
                  <a:cubicBezTo>
                    <a:pt x="2125472" y="0"/>
                    <a:pt x="2280793" y="155321"/>
                    <a:pt x="2280793" y="346837"/>
                  </a:cubicBezTo>
                  <a:cubicBezTo>
                    <a:pt x="2280793" y="538353"/>
                    <a:pt x="2125472" y="693674"/>
                    <a:pt x="1933956" y="693674"/>
                  </a:cubicBezTo>
                  <a:lnTo>
                    <a:pt x="346837" y="693674"/>
                  </a:lnTo>
                  <a:cubicBezTo>
                    <a:pt x="155321" y="693801"/>
                    <a:pt x="0" y="538480"/>
                    <a:pt x="0" y="346837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6222" y="838495"/>
            <a:ext cx="1369514" cy="43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7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TECH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5658" y="1435446"/>
            <a:ext cx="7878213" cy="81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49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Built With Modern Tools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5658" y="2647655"/>
            <a:ext cx="8017221" cy="3269009"/>
            <a:chOff x="0" y="0"/>
            <a:chExt cx="10689628" cy="4358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89590" cy="4358640"/>
            </a:xfrm>
            <a:custGeom>
              <a:avLst/>
              <a:gdLst/>
              <a:ahLst/>
              <a:cxnLst/>
              <a:rect r="r" b="b" t="t" l="l"/>
              <a:pathLst>
                <a:path h="4358640" w="1068959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20630" y="0"/>
                  </a:lnTo>
                  <a:cubicBezTo>
                    <a:pt x="10434828" y="0"/>
                    <a:pt x="10689590" y="254762"/>
                    <a:pt x="10689590" y="568960"/>
                  </a:cubicBezTo>
                  <a:lnTo>
                    <a:pt x="10689590" y="3789680"/>
                  </a:lnTo>
                  <a:cubicBezTo>
                    <a:pt x="10689590" y="4103878"/>
                    <a:pt x="10434828" y="4358640"/>
                    <a:pt x="10120630" y="4358640"/>
                  </a:cubicBezTo>
                  <a:lnTo>
                    <a:pt x="568960" y="4358640"/>
                  </a:lnTo>
                  <a:cubicBezTo>
                    <a:pt x="254762" y="4358640"/>
                    <a:pt x="0" y="4103878"/>
                    <a:pt x="0" y="3789680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074" y="2932062"/>
            <a:ext cx="853383" cy="853383"/>
            <a:chOff x="0" y="0"/>
            <a:chExt cx="1137844" cy="11378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7920" cy="1137920"/>
            </a:xfrm>
            <a:custGeom>
              <a:avLst/>
              <a:gdLst/>
              <a:ahLst/>
              <a:cxnLst/>
              <a:rect r="r" b="b" t="t" l="l"/>
              <a:pathLst>
                <a:path h="1137920" w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cubicBezTo>
                    <a:pt x="883158" y="0"/>
                    <a:pt x="1137920" y="254762"/>
                    <a:pt x="1137920" y="568960"/>
                  </a:cubicBezTo>
                  <a:cubicBezTo>
                    <a:pt x="1137920" y="883158"/>
                    <a:pt x="883158" y="1137920"/>
                    <a:pt x="568960" y="1137920"/>
                  </a:cubicBezTo>
                  <a:cubicBezTo>
                    <a:pt x="254762" y="1137920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514770" y="3166615"/>
            <a:ext cx="383972" cy="383972"/>
          </a:xfrm>
          <a:custGeom>
            <a:avLst/>
            <a:gdLst/>
            <a:ahLst/>
            <a:cxnLst/>
            <a:rect r="r" b="b" t="t" l="l"/>
            <a:pathLst>
              <a:path h="383972" w="383972">
                <a:moveTo>
                  <a:pt x="0" y="0"/>
                </a:moveTo>
                <a:lnTo>
                  <a:pt x="383972" y="0"/>
                </a:lnTo>
                <a:lnTo>
                  <a:pt x="383972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38" t="0" r="-244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0074" y="4028627"/>
            <a:ext cx="3161109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Frontend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0074" y="4523927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HTML · CSS · JavaScript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074" y="5118649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Deployed on Vercel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75121" y="2647655"/>
            <a:ext cx="8017221" cy="3269009"/>
            <a:chOff x="0" y="0"/>
            <a:chExt cx="10689628" cy="43586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9590" cy="4358640"/>
            </a:xfrm>
            <a:custGeom>
              <a:avLst/>
              <a:gdLst/>
              <a:ahLst/>
              <a:cxnLst/>
              <a:rect r="r" b="b" t="t" l="l"/>
              <a:pathLst>
                <a:path h="4358640" w="1068959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20630" y="0"/>
                  </a:lnTo>
                  <a:cubicBezTo>
                    <a:pt x="10434828" y="0"/>
                    <a:pt x="10689590" y="254762"/>
                    <a:pt x="10689590" y="568960"/>
                  </a:cubicBezTo>
                  <a:lnTo>
                    <a:pt x="10689590" y="3789680"/>
                  </a:lnTo>
                  <a:cubicBezTo>
                    <a:pt x="10689590" y="4103878"/>
                    <a:pt x="10434828" y="4358640"/>
                    <a:pt x="10120630" y="4358640"/>
                  </a:cubicBezTo>
                  <a:lnTo>
                    <a:pt x="568960" y="4358640"/>
                  </a:lnTo>
                  <a:cubicBezTo>
                    <a:pt x="254762" y="4358640"/>
                    <a:pt x="0" y="4103878"/>
                    <a:pt x="0" y="3789680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59528" y="2932062"/>
            <a:ext cx="853383" cy="853383"/>
            <a:chOff x="0" y="0"/>
            <a:chExt cx="1137844" cy="1137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7920" cy="1137920"/>
            </a:xfrm>
            <a:custGeom>
              <a:avLst/>
              <a:gdLst/>
              <a:ahLst/>
              <a:cxnLst/>
              <a:rect r="r" b="b" t="t" l="l"/>
              <a:pathLst>
                <a:path h="1137920" w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cubicBezTo>
                    <a:pt x="883158" y="0"/>
                    <a:pt x="1137920" y="254762"/>
                    <a:pt x="1137920" y="568960"/>
                  </a:cubicBezTo>
                  <a:cubicBezTo>
                    <a:pt x="1137920" y="883158"/>
                    <a:pt x="883158" y="1137920"/>
                    <a:pt x="568960" y="1137920"/>
                  </a:cubicBezTo>
                  <a:cubicBezTo>
                    <a:pt x="254762" y="1137920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9794234" y="3166615"/>
            <a:ext cx="383972" cy="383972"/>
          </a:xfrm>
          <a:custGeom>
            <a:avLst/>
            <a:gdLst/>
            <a:ahLst/>
            <a:cxnLst/>
            <a:rect r="r" b="b" t="t" l="l"/>
            <a:pathLst>
              <a:path h="383972" w="383972">
                <a:moveTo>
                  <a:pt x="0" y="0"/>
                </a:moveTo>
                <a:lnTo>
                  <a:pt x="383971" y="0"/>
                </a:lnTo>
                <a:lnTo>
                  <a:pt x="383971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097" t="0" r="-6099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59528" y="4028627"/>
            <a:ext cx="3161109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Backend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9528" y="4523927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Node.js · Express.js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59528" y="5118649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Deployed on Render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5658" y="6178896"/>
            <a:ext cx="8017221" cy="3269009"/>
            <a:chOff x="0" y="0"/>
            <a:chExt cx="10689628" cy="4358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89590" cy="4358640"/>
            </a:xfrm>
            <a:custGeom>
              <a:avLst/>
              <a:gdLst/>
              <a:ahLst/>
              <a:cxnLst/>
              <a:rect r="r" b="b" t="t" l="l"/>
              <a:pathLst>
                <a:path h="4358640" w="1068959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20630" y="0"/>
                  </a:lnTo>
                  <a:cubicBezTo>
                    <a:pt x="10434828" y="0"/>
                    <a:pt x="10689590" y="254762"/>
                    <a:pt x="10689590" y="568960"/>
                  </a:cubicBezTo>
                  <a:lnTo>
                    <a:pt x="10689590" y="3789680"/>
                  </a:lnTo>
                  <a:cubicBezTo>
                    <a:pt x="10689590" y="4103878"/>
                    <a:pt x="10434828" y="4358640"/>
                    <a:pt x="10120630" y="4358640"/>
                  </a:cubicBezTo>
                  <a:lnTo>
                    <a:pt x="568960" y="4358640"/>
                  </a:lnTo>
                  <a:cubicBezTo>
                    <a:pt x="254762" y="4358640"/>
                    <a:pt x="0" y="4103878"/>
                    <a:pt x="0" y="3789680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0074" y="6463313"/>
            <a:ext cx="853383" cy="853383"/>
            <a:chOff x="0" y="0"/>
            <a:chExt cx="1137844" cy="11378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7920" cy="1137920"/>
            </a:xfrm>
            <a:custGeom>
              <a:avLst/>
              <a:gdLst/>
              <a:ahLst/>
              <a:cxnLst/>
              <a:rect r="r" b="b" t="t" l="l"/>
              <a:pathLst>
                <a:path h="1137920" w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cubicBezTo>
                    <a:pt x="883158" y="0"/>
                    <a:pt x="1137920" y="254762"/>
                    <a:pt x="1137920" y="568960"/>
                  </a:cubicBezTo>
                  <a:cubicBezTo>
                    <a:pt x="1137920" y="883158"/>
                    <a:pt x="883158" y="1137920"/>
                    <a:pt x="568960" y="1137920"/>
                  </a:cubicBezTo>
                  <a:cubicBezTo>
                    <a:pt x="254762" y="1137920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514770" y="6697856"/>
            <a:ext cx="383972" cy="383972"/>
          </a:xfrm>
          <a:custGeom>
            <a:avLst/>
            <a:gdLst/>
            <a:ahLst/>
            <a:cxnLst/>
            <a:rect r="r" b="b" t="t" l="l"/>
            <a:pathLst>
              <a:path h="383972" w="383972">
                <a:moveTo>
                  <a:pt x="0" y="0"/>
                </a:moveTo>
                <a:lnTo>
                  <a:pt x="383972" y="0"/>
                </a:lnTo>
                <a:lnTo>
                  <a:pt x="383972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317" r="0" b="-7317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80074" y="7559878"/>
            <a:ext cx="3161109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Database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0074" y="8055178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MongoDB Atlas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0074" y="8649891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Cloud-hosted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75121" y="6178896"/>
            <a:ext cx="8017221" cy="3269009"/>
            <a:chOff x="0" y="0"/>
            <a:chExt cx="10689628" cy="4358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9590" cy="4358640"/>
            </a:xfrm>
            <a:custGeom>
              <a:avLst/>
              <a:gdLst/>
              <a:ahLst/>
              <a:cxnLst/>
              <a:rect r="r" b="b" t="t" l="l"/>
              <a:pathLst>
                <a:path h="4358640" w="1068959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20630" y="0"/>
                  </a:lnTo>
                  <a:cubicBezTo>
                    <a:pt x="10434828" y="0"/>
                    <a:pt x="10689590" y="254762"/>
                    <a:pt x="10689590" y="568960"/>
                  </a:cubicBezTo>
                  <a:lnTo>
                    <a:pt x="10689590" y="3789680"/>
                  </a:lnTo>
                  <a:cubicBezTo>
                    <a:pt x="10689590" y="4103878"/>
                    <a:pt x="10434828" y="4358640"/>
                    <a:pt x="10120630" y="4358640"/>
                  </a:cubicBezTo>
                  <a:lnTo>
                    <a:pt x="568960" y="4358640"/>
                  </a:lnTo>
                  <a:cubicBezTo>
                    <a:pt x="254762" y="4358640"/>
                    <a:pt x="0" y="4103878"/>
                    <a:pt x="0" y="3789680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559528" y="6463313"/>
            <a:ext cx="853383" cy="853383"/>
            <a:chOff x="0" y="0"/>
            <a:chExt cx="1137844" cy="11378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7920" cy="1137920"/>
            </a:xfrm>
            <a:custGeom>
              <a:avLst/>
              <a:gdLst/>
              <a:ahLst/>
              <a:cxnLst/>
              <a:rect r="r" b="b" t="t" l="l"/>
              <a:pathLst>
                <a:path h="1137920" w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cubicBezTo>
                    <a:pt x="883158" y="0"/>
                    <a:pt x="1137920" y="254762"/>
                    <a:pt x="1137920" y="568960"/>
                  </a:cubicBezTo>
                  <a:cubicBezTo>
                    <a:pt x="1137920" y="883158"/>
                    <a:pt x="883158" y="1137920"/>
                    <a:pt x="568960" y="1137920"/>
                  </a:cubicBezTo>
                  <a:cubicBezTo>
                    <a:pt x="254762" y="1137920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9794234" y="6697856"/>
            <a:ext cx="383972" cy="383972"/>
          </a:xfrm>
          <a:custGeom>
            <a:avLst/>
            <a:gdLst/>
            <a:ahLst/>
            <a:cxnLst/>
            <a:rect r="r" b="b" t="t" l="l"/>
            <a:pathLst>
              <a:path h="383972" w="383972">
                <a:moveTo>
                  <a:pt x="0" y="0"/>
                </a:moveTo>
                <a:lnTo>
                  <a:pt x="383971" y="0"/>
                </a:lnTo>
                <a:lnTo>
                  <a:pt x="383971" y="383972"/>
                </a:lnTo>
                <a:lnTo>
                  <a:pt x="0" y="3839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559528" y="7559878"/>
            <a:ext cx="3161109" cy="41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Auth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59528" y="8055178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JWT · bcryptjs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59528" y="8649891"/>
            <a:ext cx="7448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Secure sessions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218752"/>
            <a:ext cx="1613449" cy="580130"/>
            <a:chOff x="0" y="0"/>
            <a:chExt cx="2151266" cy="773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1253" cy="773430"/>
            </a:xfrm>
            <a:custGeom>
              <a:avLst/>
              <a:gdLst/>
              <a:ahLst/>
              <a:cxnLst/>
              <a:rect r="r" b="b" t="t" l="l"/>
              <a:pathLst>
                <a:path h="773430" w="2151253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1764538" y="0"/>
                  </a:lnTo>
                  <a:cubicBezTo>
                    <a:pt x="1978152" y="0"/>
                    <a:pt x="2151253" y="173101"/>
                    <a:pt x="2151253" y="386715"/>
                  </a:cubicBezTo>
                  <a:cubicBezTo>
                    <a:pt x="2151253" y="600329"/>
                    <a:pt x="1978152" y="773430"/>
                    <a:pt x="1764538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5187" y="1216076"/>
            <a:ext cx="1243165" cy="49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19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884159"/>
            <a:ext cx="690681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What TASIK Can Do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80049" y="3242367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15" t="0" r="-461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80049" y="4226271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Auth &amp; Sessions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049" y="4754318"/>
            <a:ext cx="7871069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Register, login, JWT-protected routes, auto-logout on expiry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336881" y="3242367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614" r="0" b="-1461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36881" y="4226271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Task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6881" y="4754318"/>
            <a:ext cx="7871069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Add, edit, delete, view — filter by Active / Inactive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080049" y="6463903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9230" r="0" b="-923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80049" y="7447807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Glassmorphism 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0049" y="7975844"/>
            <a:ext cx="7871069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Animated bubble background, responsive on all devices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336881" y="6463903"/>
            <a:ext cx="617191" cy="617191"/>
          </a:xfrm>
          <a:custGeom>
            <a:avLst/>
            <a:gdLst/>
            <a:ahLst/>
            <a:cxnLst/>
            <a:rect r="r" b="b" t="t" l="l"/>
            <a:pathLst>
              <a:path h="617191" w="617191">
                <a:moveTo>
                  <a:pt x="0" y="0"/>
                </a:moveTo>
                <a:lnTo>
                  <a:pt x="617192" y="0"/>
                </a:lnTo>
                <a:lnTo>
                  <a:pt x="617192" y="617192"/>
                </a:lnTo>
                <a:lnTo>
                  <a:pt x="0" y="6171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845" t="0" r="-384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336881" y="7447807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Toast Notifications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6881" y="7975844"/>
            <a:ext cx="7871069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Real-time feedback on every user action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98152" y="756942"/>
            <a:ext cx="1177080" cy="408537"/>
            <a:chOff x="0" y="0"/>
            <a:chExt cx="1569441" cy="544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9593" cy="544830"/>
            </a:xfrm>
            <a:custGeom>
              <a:avLst/>
              <a:gdLst/>
              <a:ahLst/>
              <a:cxnLst/>
              <a:rect r="r" b="b" t="t" l="l"/>
              <a:pathLst>
                <a:path h="544830" w="1569593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297178" y="0"/>
                  </a:lnTo>
                  <a:cubicBezTo>
                    <a:pt x="1447546" y="0"/>
                    <a:pt x="1569593" y="121920"/>
                    <a:pt x="1569593" y="272415"/>
                  </a:cubicBezTo>
                  <a:cubicBezTo>
                    <a:pt x="1569593" y="422910"/>
                    <a:pt x="1447673" y="544830"/>
                    <a:pt x="1297178" y="544830"/>
                  </a:cubicBezTo>
                  <a:lnTo>
                    <a:pt x="272415" y="544830"/>
                  </a:lnTo>
                  <a:cubicBezTo>
                    <a:pt x="121920" y="544703"/>
                    <a:pt x="0" y="422783"/>
                    <a:pt x="0" y="272415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039836" y="780155"/>
            <a:ext cx="893712" cy="3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99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8152" y="1209227"/>
            <a:ext cx="6258077" cy="68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41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Database &amp; API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8152" y="5158530"/>
            <a:ext cx="2625328" cy="35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Data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8152" y="5638952"/>
            <a:ext cx="6957717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 b="true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Users:</a:t>
            </a:r>
            <a:r>
              <a:rPr lang="en-US" sz="18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name, email, hashed password, role, timestamps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8152" y="6135443"/>
            <a:ext cx="6957717" cy="39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800" b="true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Tasks:</a:t>
            </a:r>
            <a:r>
              <a:rPr lang="en-US" sz="18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title, description, category, status, createdBy → user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41656" y="2368896"/>
            <a:ext cx="6957717" cy="6957717"/>
            <a:chOff x="0" y="0"/>
            <a:chExt cx="9276956" cy="927695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9276969" cy="9276969"/>
            </a:xfrm>
            <a:custGeom>
              <a:avLst/>
              <a:gdLst/>
              <a:ahLst/>
              <a:cxnLst/>
              <a:rect r="r" b="b" t="t" l="l"/>
              <a:pathLst>
                <a:path h="9276969" w="9276969">
                  <a:moveTo>
                    <a:pt x="0" y="0"/>
                  </a:moveTo>
                  <a:lnTo>
                    <a:pt x="9276969" y="0"/>
                  </a:lnTo>
                  <a:lnTo>
                    <a:pt x="9276969" y="9276969"/>
                  </a:lnTo>
                  <a:lnTo>
                    <a:pt x="0" y="9276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441656" y="2368896"/>
            <a:ext cx="6957717" cy="6957717"/>
            <a:chOff x="0" y="0"/>
            <a:chExt cx="9276956" cy="927695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276969" cy="9276969"/>
            </a:xfrm>
            <a:custGeom>
              <a:avLst/>
              <a:gdLst/>
              <a:ahLst/>
              <a:cxnLst/>
              <a:rect r="r" b="b" t="t" l="l"/>
              <a:pathLst>
                <a:path h="9276969" w="9276969">
                  <a:moveTo>
                    <a:pt x="0" y="0"/>
                  </a:moveTo>
                  <a:lnTo>
                    <a:pt x="9276969" y="0"/>
                  </a:lnTo>
                  <a:lnTo>
                    <a:pt x="9276969" y="9276969"/>
                  </a:lnTo>
                  <a:lnTo>
                    <a:pt x="0" y="9276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4496" y="791470"/>
            <a:ext cx="1811236" cy="441122"/>
            <a:chOff x="0" y="0"/>
            <a:chExt cx="2414981" cy="5881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5032" cy="588137"/>
            </a:xfrm>
            <a:custGeom>
              <a:avLst/>
              <a:gdLst/>
              <a:ahLst/>
              <a:cxnLst/>
              <a:rect r="r" b="b" t="t" l="l"/>
              <a:pathLst>
                <a:path h="588137" w="2415032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2120900" y="0"/>
                  </a:lnTo>
                  <a:cubicBezTo>
                    <a:pt x="2283333" y="0"/>
                    <a:pt x="2415032" y="131699"/>
                    <a:pt x="2415032" y="294132"/>
                  </a:cubicBezTo>
                  <a:cubicBezTo>
                    <a:pt x="2415032" y="456565"/>
                    <a:pt x="2283333" y="588137"/>
                    <a:pt x="2120900" y="588137"/>
                  </a:cubicBezTo>
                  <a:lnTo>
                    <a:pt x="294132" y="588137"/>
                  </a:lnTo>
                  <a:cubicBezTo>
                    <a:pt x="131699" y="588137"/>
                    <a:pt x="0" y="456565"/>
                    <a:pt x="0" y="294132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04810" y="818998"/>
            <a:ext cx="1510608" cy="33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5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4496" y="1275902"/>
            <a:ext cx="9763277" cy="74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3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Frontend </a:t>
            </a:r>
            <a:r>
              <a:rPr lang="en-US" sz="43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↔</a:t>
            </a:r>
            <a:r>
              <a:rPr lang="en-US" sz="43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Backend Connection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17894" y="2325586"/>
            <a:ext cx="15252202" cy="6577165"/>
            <a:chOff x="0" y="0"/>
            <a:chExt cx="20336269" cy="8769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0336256" cy="8769604"/>
            </a:xfrm>
            <a:custGeom>
              <a:avLst/>
              <a:gdLst/>
              <a:ahLst/>
              <a:cxnLst/>
              <a:rect r="r" b="b" t="t" l="l"/>
              <a:pathLst>
                <a:path h="8769604" w="20336256">
                  <a:moveTo>
                    <a:pt x="0" y="0"/>
                  </a:moveTo>
                  <a:lnTo>
                    <a:pt x="20336256" y="0"/>
                  </a:lnTo>
                  <a:lnTo>
                    <a:pt x="20336256" y="8769604"/>
                  </a:lnTo>
                  <a:lnTo>
                    <a:pt x="0" y="876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3" r="0" b="-4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44156" y="7660453"/>
            <a:ext cx="3075775" cy="4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Verify &amp; Response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44156" y="6137948"/>
            <a:ext cx="3075775" cy="4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Auth Header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44156" y="4630817"/>
            <a:ext cx="3075775" cy="4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Fetch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44156" y="3108312"/>
            <a:ext cx="3075775" cy="4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Login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4496" y="9065266"/>
            <a:ext cx="15379008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9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Every protected request carries the JWT in the header. Expired tokens trigger an automatic logout — seamless and secure.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264" y="860222"/>
            <a:ext cx="1512246" cy="555869"/>
            <a:chOff x="0" y="0"/>
            <a:chExt cx="2016328" cy="7411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6379" cy="741172"/>
            </a:xfrm>
            <a:custGeom>
              <a:avLst/>
              <a:gdLst/>
              <a:ahLst/>
              <a:cxnLst/>
              <a:rect r="r" b="b" t="t" l="l"/>
              <a:pathLst>
                <a:path h="741172" w="2016379">
                  <a:moveTo>
                    <a:pt x="0" y="370586"/>
                  </a:moveTo>
                  <a:cubicBezTo>
                    <a:pt x="0" y="165862"/>
                    <a:pt x="165862" y="0"/>
                    <a:pt x="370586" y="0"/>
                  </a:cubicBezTo>
                  <a:lnTo>
                    <a:pt x="1645793" y="0"/>
                  </a:lnTo>
                  <a:cubicBezTo>
                    <a:pt x="1850517" y="0"/>
                    <a:pt x="2016379" y="165862"/>
                    <a:pt x="2016379" y="370586"/>
                  </a:cubicBezTo>
                  <a:cubicBezTo>
                    <a:pt x="2016379" y="575310"/>
                    <a:pt x="1850390" y="741172"/>
                    <a:pt x="1645793" y="741172"/>
                  </a:cubicBezTo>
                  <a:lnTo>
                    <a:pt x="370586" y="741172"/>
                  </a:lnTo>
                  <a:cubicBezTo>
                    <a:pt x="165862" y="741172"/>
                    <a:pt x="0" y="575310"/>
                    <a:pt x="0" y="370586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5601" y="864098"/>
            <a:ext cx="1153563" cy="46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18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SECURITY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6264" y="1493787"/>
            <a:ext cx="6890890" cy="86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2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Authentication Flow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6264" y="2796778"/>
            <a:ext cx="8097736" cy="1195835"/>
            <a:chOff x="0" y="0"/>
            <a:chExt cx="10796981" cy="159444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797032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797032">
                  <a:moveTo>
                    <a:pt x="0" y="0"/>
                  </a:moveTo>
                  <a:lnTo>
                    <a:pt x="10797032" y="0"/>
                  </a:lnTo>
                  <a:lnTo>
                    <a:pt x="10797032" y="1594485"/>
                  </a:lnTo>
                  <a:lnTo>
                    <a:pt x="0" y="15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9" r="0" b="-18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5111" y="4272705"/>
            <a:ext cx="3321844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Register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5111" y="4766367"/>
            <a:ext cx="7500042" cy="57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3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Password hashed with bcrypt → saved to MongoDB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2796778"/>
            <a:ext cx="8097736" cy="1195835"/>
            <a:chOff x="0" y="0"/>
            <a:chExt cx="10796981" cy="159444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797032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797032">
                  <a:moveTo>
                    <a:pt x="0" y="0"/>
                  </a:moveTo>
                  <a:lnTo>
                    <a:pt x="10797032" y="0"/>
                  </a:lnTo>
                  <a:lnTo>
                    <a:pt x="10797032" y="1594485"/>
                  </a:lnTo>
                  <a:lnTo>
                    <a:pt x="0" y="15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9" r="0" b="-18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42847" y="4272705"/>
            <a:ext cx="3321844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Login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42847" y="4766367"/>
            <a:ext cx="7500042" cy="104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3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Password verified → JWT generated → sent to frontend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46264" y="6111773"/>
            <a:ext cx="8097736" cy="1195835"/>
            <a:chOff x="0" y="0"/>
            <a:chExt cx="10796981" cy="1594447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797032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797032">
                  <a:moveTo>
                    <a:pt x="0" y="0"/>
                  </a:moveTo>
                  <a:lnTo>
                    <a:pt x="10797032" y="0"/>
                  </a:lnTo>
                  <a:lnTo>
                    <a:pt x="10797032" y="1594485"/>
                  </a:lnTo>
                  <a:lnTo>
                    <a:pt x="0" y="15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9" r="0" b="-18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45111" y="7587701"/>
            <a:ext cx="3321844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Access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5111" y="8081362"/>
            <a:ext cx="7500042" cy="104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3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Token in header on every request → verified by middleware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44000" y="6111773"/>
            <a:ext cx="8097736" cy="1195835"/>
            <a:chOff x="0" y="0"/>
            <a:chExt cx="10796981" cy="1594447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0797032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797032">
                  <a:moveTo>
                    <a:pt x="0" y="0"/>
                  </a:moveTo>
                  <a:lnTo>
                    <a:pt x="10797032" y="0"/>
                  </a:lnTo>
                  <a:lnTo>
                    <a:pt x="10797032" y="1594485"/>
                  </a:lnTo>
                  <a:lnTo>
                    <a:pt x="0" y="15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9" r="0" b="-187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42847" y="7587701"/>
            <a:ext cx="3321844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6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Expire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42847" y="8081362"/>
            <a:ext cx="7500042" cy="57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3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7-day expiry → server returns 401 → auto logout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1206846"/>
            <a:ext cx="2029863" cy="580130"/>
            <a:chOff x="0" y="0"/>
            <a:chExt cx="2706484" cy="773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6370" cy="773430"/>
            </a:xfrm>
            <a:custGeom>
              <a:avLst/>
              <a:gdLst/>
              <a:ahLst/>
              <a:cxnLst/>
              <a:rect r="r" b="b" t="t" l="l"/>
              <a:pathLst>
                <a:path h="773430" w="2706370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2319655" y="0"/>
                  </a:lnTo>
                  <a:cubicBezTo>
                    <a:pt x="2533269" y="0"/>
                    <a:pt x="2706370" y="173101"/>
                    <a:pt x="2706370" y="386715"/>
                  </a:cubicBezTo>
                  <a:cubicBezTo>
                    <a:pt x="2706370" y="600329"/>
                    <a:pt x="2533269" y="773430"/>
                    <a:pt x="2319655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5187" y="1204170"/>
            <a:ext cx="1659579" cy="49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19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872263"/>
            <a:ext cx="68580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Live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049" y="3577533"/>
            <a:ext cx="5155406" cy="5155406"/>
            <a:chOff x="0" y="0"/>
            <a:chExt cx="6873875" cy="687387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873875" cy="6873875"/>
            </a:xfrm>
            <a:custGeom>
              <a:avLst/>
              <a:gdLst/>
              <a:ahLst/>
              <a:cxnLst/>
              <a:rect r="r" b="b" t="t" l="l"/>
              <a:pathLst>
                <a:path h="6873875" w="6873875">
                  <a:moveTo>
                    <a:pt x="0" y="0"/>
                  </a:moveTo>
                  <a:lnTo>
                    <a:pt x="6873875" y="0"/>
                  </a:lnTo>
                  <a:lnTo>
                    <a:pt x="6873875" y="6873875"/>
                  </a:lnTo>
                  <a:lnTo>
                    <a:pt x="0" y="6873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78701" y="4047534"/>
            <a:ext cx="3238948" cy="3443735"/>
            <a:chOff x="0" y="0"/>
            <a:chExt cx="4318597" cy="4591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4267835" cy="4540758"/>
            </a:xfrm>
            <a:custGeom>
              <a:avLst/>
              <a:gdLst/>
              <a:ahLst/>
              <a:cxnLst/>
              <a:rect r="r" b="b" t="t" l="l"/>
              <a:pathLst>
                <a:path h="4540758" w="4267835">
                  <a:moveTo>
                    <a:pt x="0" y="243967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995" y="0"/>
                  </a:lnTo>
                  <a:cubicBezTo>
                    <a:pt x="4158615" y="0"/>
                    <a:pt x="4267835" y="109220"/>
                    <a:pt x="4267835" y="243967"/>
                  </a:cubicBezTo>
                  <a:lnTo>
                    <a:pt x="4267835" y="4296791"/>
                  </a:lnTo>
                  <a:cubicBezTo>
                    <a:pt x="4267835" y="4431538"/>
                    <a:pt x="4158615" y="4540758"/>
                    <a:pt x="4023995" y="4540758"/>
                  </a:cubicBezTo>
                  <a:lnTo>
                    <a:pt x="243840" y="4540758"/>
                  </a:lnTo>
                  <a:cubicBezTo>
                    <a:pt x="109220" y="4540758"/>
                    <a:pt x="0" y="4431538"/>
                    <a:pt x="0" y="4296791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635" cy="4591558"/>
            </a:xfrm>
            <a:custGeom>
              <a:avLst/>
              <a:gdLst/>
              <a:ahLst/>
              <a:cxnLst/>
              <a:rect r="r" b="b" t="t" l="l"/>
              <a:pathLst>
                <a:path h="4591558" w="4318635">
                  <a:moveTo>
                    <a:pt x="0" y="269367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049395" y="0"/>
                  </a:lnTo>
                  <a:lnTo>
                    <a:pt x="4049395" y="25400"/>
                  </a:lnTo>
                  <a:lnTo>
                    <a:pt x="4049395" y="0"/>
                  </a:lnTo>
                  <a:cubicBezTo>
                    <a:pt x="4198112" y="0"/>
                    <a:pt x="4318635" y="120650"/>
                    <a:pt x="4318635" y="269367"/>
                  </a:cubicBezTo>
                  <a:lnTo>
                    <a:pt x="4293235" y="269367"/>
                  </a:lnTo>
                  <a:lnTo>
                    <a:pt x="4318635" y="269367"/>
                  </a:lnTo>
                  <a:lnTo>
                    <a:pt x="4318635" y="4322191"/>
                  </a:lnTo>
                  <a:lnTo>
                    <a:pt x="4293235" y="4322191"/>
                  </a:lnTo>
                  <a:lnTo>
                    <a:pt x="4318635" y="4322191"/>
                  </a:lnTo>
                  <a:cubicBezTo>
                    <a:pt x="4318635" y="4470908"/>
                    <a:pt x="4198112" y="4591558"/>
                    <a:pt x="4049395" y="4591558"/>
                  </a:cubicBezTo>
                  <a:lnTo>
                    <a:pt x="4049395" y="4566158"/>
                  </a:lnTo>
                  <a:lnTo>
                    <a:pt x="4049395" y="4591558"/>
                  </a:lnTo>
                  <a:lnTo>
                    <a:pt x="269240" y="4591558"/>
                  </a:lnTo>
                  <a:lnTo>
                    <a:pt x="269240" y="4566158"/>
                  </a:lnTo>
                  <a:lnTo>
                    <a:pt x="269240" y="4591558"/>
                  </a:lnTo>
                  <a:cubicBezTo>
                    <a:pt x="120523" y="4591558"/>
                    <a:pt x="0" y="4470908"/>
                    <a:pt x="0" y="4322191"/>
                  </a:cubicBezTo>
                  <a:lnTo>
                    <a:pt x="0" y="269367"/>
                  </a:lnTo>
                  <a:lnTo>
                    <a:pt x="25400" y="269367"/>
                  </a:lnTo>
                  <a:lnTo>
                    <a:pt x="0" y="269367"/>
                  </a:lnTo>
                  <a:moveTo>
                    <a:pt x="50800" y="269367"/>
                  </a:moveTo>
                  <a:lnTo>
                    <a:pt x="50800" y="4322191"/>
                  </a:lnTo>
                  <a:lnTo>
                    <a:pt x="25400" y="4322191"/>
                  </a:lnTo>
                  <a:lnTo>
                    <a:pt x="50800" y="4322191"/>
                  </a:lnTo>
                  <a:cubicBezTo>
                    <a:pt x="50800" y="4442968"/>
                    <a:pt x="148590" y="4540758"/>
                    <a:pt x="269240" y="4540758"/>
                  </a:cubicBezTo>
                  <a:lnTo>
                    <a:pt x="4049395" y="4540758"/>
                  </a:lnTo>
                  <a:cubicBezTo>
                    <a:pt x="4170045" y="4540758"/>
                    <a:pt x="4267835" y="4442968"/>
                    <a:pt x="4267835" y="4322191"/>
                  </a:cubicBezTo>
                  <a:lnTo>
                    <a:pt x="4267835" y="269367"/>
                  </a:lnTo>
                  <a:cubicBezTo>
                    <a:pt x="4267835" y="148590"/>
                    <a:pt x="4170045" y="50800"/>
                    <a:pt x="4049395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367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59651" y="4066584"/>
            <a:ext cx="152400" cy="3405635"/>
            <a:chOff x="0" y="0"/>
            <a:chExt cx="203200" cy="45408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4540885"/>
            </a:xfrm>
            <a:custGeom>
              <a:avLst/>
              <a:gdLst/>
              <a:ahLst/>
              <a:cxnLst/>
              <a:rect r="r" b="b" t="t" l="l"/>
              <a:pathLst>
                <a:path h="4540885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439285"/>
                  </a:lnTo>
                  <a:cubicBezTo>
                    <a:pt x="203200" y="4495419"/>
                    <a:pt x="157734" y="4540885"/>
                    <a:pt x="101600" y="4540885"/>
                  </a:cubicBezTo>
                  <a:cubicBezTo>
                    <a:pt x="45466" y="4540885"/>
                    <a:pt x="0" y="4495419"/>
                    <a:pt x="0" y="4439285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58666" y="4394149"/>
            <a:ext cx="23933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🌐</a:t>
            </a: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Vercel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58666" y="5045573"/>
            <a:ext cx="2393309" cy="20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Frontend — auto-deploys on every GitHub push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88063" y="4047534"/>
            <a:ext cx="3238948" cy="3443735"/>
            <a:chOff x="0" y="0"/>
            <a:chExt cx="4318597" cy="45916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4267835" cy="4540758"/>
            </a:xfrm>
            <a:custGeom>
              <a:avLst/>
              <a:gdLst/>
              <a:ahLst/>
              <a:cxnLst/>
              <a:rect r="r" b="b" t="t" l="l"/>
              <a:pathLst>
                <a:path h="4540758" w="4267835">
                  <a:moveTo>
                    <a:pt x="0" y="243967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995" y="0"/>
                  </a:lnTo>
                  <a:cubicBezTo>
                    <a:pt x="4158615" y="0"/>
                    <a:pt x="4267835" y="109220"/>
                    <a:pt x="4267835" y="243967"/>
                  </a:cubicBezTo>
                  <a:lnTo>
                    <a:pt x="4267835" y="4296791"/>
                  </a:lnTo>
                  <a:cubicBezTo>
                    <a:pt x="4267835" y="4431538"/>
                    <a:pt x="4158615" y="4540758"/>
                    <a:pt x="4023995" y="4540758"/>
                  </a:cubicBezTo>
                  <a:lnTo>
                    <a:pt x="243840" y="4540758"/>
                  </a:lnTo>
                  <a:cubicBezTo>
                    <a:pt x="109220" y="4540758"/>
                    <a:pt x="0" y="4431538"/>
                    <a:pt x="0" y="4296791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18635" cy="4591558"/>
            </a:xfrm>
            <a:custGeom>
              <a:avLst/>
              <a:gdLst/>
              <a:ahLst/>
              <a:cxnLst/>
              <a:rect r="r" b="b" t="t" l="l"/>
              <a:pathLst>
                <a:path h="4591558" w="4318635">
                  <a:moveTo>
                    <a:pt x="0" y="269367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049395" y="0"/>
                  </a:lnTo>
                  <a:lnTo>
                    <a:pt x="4049395" y="25400"/>
                  </a:lnTo>
                  <a:lnTo>
                    <a:pt x="4049395" y="0"/>
                  </a:lnTo>
                  <a:cubicBezTo>
                    <a:pt x="4198112" y="0"/>
                    <a:pt x="4318635" y="120650"/>
                    <a:pt x="4318635" y="269367"/>
                  </a:cubicBezTo>
                  <a:lnTo>
                    <a:pt x="4293235" y="269367"/>
                  </a:lnTo>
                  <a:lnTo>
                    <a:pt x="4318635" y="269367"/>
                  </a:lnTo>
                  <a:lnTo>
                    <a:pt x="4318635" y="4322191"/>
                  </a:lnTo>
                  <a:lnTo>
                    <a:pt x="4293235" y="4322191"/>
                  </a:lnTo>
                  <a:lnTo>
                    <a:pt x="4318635" y="4322191"/>
                  </a:lnTo>
                  <a:cubicBezTo>
                    <a:pt x="4318635" y="4470908"/>
                    <a:pt x="4198112" y="4591558"/>
                    <a:pt x="4049395" y="4591558"/>
                  </a:cubicBezTo>
                  <a:lnTo>
                    <a:pt x="4049395" y="4566158"/>
                  </a:lnTo>
                  <a:lnTo>
                    <a:pt x="4049395" y="4591558"/>
                  </a:lnTo>
                  <a:lnTo>
                    <a:pt x="269240" y="4591558"/>
                  </a:lnTo>
                  <a:lnTo>
                    <a:pt x="269240" y="4566158"/>
                  </a:lnTo>
                  <a:lnTo>
                    <a:pt x="269240" y="4591558"/>
                  </a:lnTo>
                  <a:cubicBezTo>
                    <a:pt x="120523" y="4591558"/>
                    <a:pt x="0" y="4470908"/>
                    <a:pt x="0" y="4322191"/>
                  </a:cubicBezTo>
                  <a:lnTo>
                    <a:pt x="0" y="269367"/>
                  </a:lnTo>
                  <a:lnTo>
                    <a:pt x="25400" y="269367"/>
                  </a:lnTo>
                  <a:lnTo>
                    <a:pt x="0" y="269367"/>
                  </a:lnTo>
                  <a:moveTo>
                    <a:pt x="50800" y="269367"/>
                  </a:moveTo>
                  <a:lnTo>
                    <a:pt x="50800" y="4322191"/>
                  </a:lnTo>
                  <a:lnTo>
                    <a:pt x="25400" y="4322191"/>
                  </a:lnTo>
                  <a:lnTo>
                    <a:pt x="50800" y="4322191"/>
                  </a:lnTo>
                  <a:cubicBezTo>
                    <a:pt x="50800" y="4442968"/>
                    <a:pt x="148590" y="4540758"/>
                    <a:pt x="269240" y="4540758"/>
                  </a:cubicBezTo>
                  <a:lnTo>
                    <a:pt x="4049395" y="4540758"/>
                  </a:lnTo>
                  <a:cubicBezTo>
                    <a:pt x="4170045" y="4540758"/>
                    <a:pt x="4267835" y="4442968"/>
                    <a:pt x="4267835" y="4322191"/>
                  </a:cubicBezTo>
                  <a:lnTo>
                    <a:pt x="4267835" y="269367"/>
                  </a:lnTo>
                  <a:cubicBezTo>
                    <a:pt x="4267835" y="148590"/>
                    <a:pt x="4170045" y="50800"/>
                    <a:pt x="4049395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367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69013" y="4066584"/>
            <a:ext cx="152400" cy="3405635"/>
            <a:chOff x="0" y="0"/>
            <a:chExt cx="203200" cy="45408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4540885"/>
            </a:xfrm>
            <a:custGeom>
              <a:avLst/>
              <a:gdLst/>
              <a:ahLst/>
              <a:cxnLst/>
              <a:rect r="r" b="b" t="t" l="l"/>
              <a:pathLst>
                <a:path h="4540885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439285"/>
                  </a:lnTo>
                  <a:cubicBezTo>
                    <a:pt x="203200" y="4495419"/>
                    <a:pt x="157734" y="4540885"/>
                    <a:pt x="101600" y="4540885"/>
                  </a:cubicBezTo>
                  <a:cubicBezTo>
                    <a:pt x="45466" y="4540885"/>
                    <a:pt x="0" y="4495419"/>
                    <a:pt x="0" y="4439285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968038" y="4394149"/>
            <a:ext cx="23933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⚙️</a:t>
            </a: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Render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68038" y="5045573"/>
            <a:ext cx="2393309" cy="20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Backend API — UptimeRobot keeps it alive 24/7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997435" y="4047534"/>
            <a:ext cx="3238948" cy="3443735"/>
            <a:chOff x="0" y="0"/>
            <a:chExt cx="4318597" cy="45916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4267835" cy="4540758"/>
            </a:xfrm>
            <a:custGeom>
              <a:avLst/>
              <a:gdLst/>
              <a:ahLst/>
              <a:cxnLst/>
              <a:rect r="r" b="b" t="t" l="l"/>
              <a:pathLst>
                <a:path h="4540758" w="4267835">
                  <a:moveTo>
                    <a:pt x="0" y="243967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023995" y="0"/>
                  </a:lnTo>
                  <a:cubicBezTo>
                    <a:pt x="4158615" y="0"/>
                    <a:pt x="4267835" y="109220"/>
                    <a:pt x="4267835" y="243967"/>
                  </a:cubicBezTo>
                  <a:lnTo>
                    <a:pt x="4267835" y="4296791"/>
                  </a:lnTo>
                  <a:cubicBezTo>
                    <a:pt x="4267835" y="4431538"/>
                    <a:pt x="4158615" y="4540758"/>
                    <a:pt x="4023995" y="4540758"/>
                  </a:cubicBezTo>
                  <a:lnTo>
                    <a:pt x="243840" y="4540758"/>
                  </a:lnTo>
                  <a:cubicBezTo>
                    <a:pt x="109220" y="4540758"/>
                    <a:pt x="0" y="4431538"/>
                    <a:pt x="0" y="4296791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18635" cy="4591558"/>
            </a:xfrm>
            <a:custGeom>
              <a:avLst/>
              <a:gdLst/>
              <a:ahLst/>
              <a:cxnLst/>
              <a:rect r="r" b="b" t="t" l="l"/>
              <a:pathLst>
                <a:path h="4591558" w="4318635">
                  <a:moveTo>
                    <a:pt x="0" y="269367"/>
                  </a:moveTo>
                  <a:cubicBezTo>
                    <a:pt x="0" y="120650"/>
                    <a:pt x="120523" y="0"/>
                    <a:pt x="269240" y="0"/>
                  </a:cubicBezTo>
                  <a:lnTo>
                    <a:pt x="4049395" y="0"/>
                  </a:lnTo>
                  <a:lnTo>
                    <a:pt x="4049395" y="25400"/>
                  </a:lnTo>
                  <a:lnTo>
                    <a:pt x="4049395" y="0"/>
                  </a:lnTo>
                  <a:cubicBezTo>
                    <a:pt x="4198112" y="0"/>
                    <a:pt x="4318635" y="120650"/>
                    <a:pt x="4318635" y="269367"/>
                  </a:cubicBezTo>
                  <a:lnTo>
                    <a:pt x="4293235" y="269367"/>
                  </a:lnTo>
                  <a:lnTo>
                    <a:pt x="4318635" y="269367"/>
                  </a:lnTo>
                  <a:lnTo>
                    <a:pt x="4318635" y="4322191"/>
                  </a:lnTo>
                  <a:lnTo>
                    <a:pt x="4293235" y="4322191"/>
                  </a:lnTo>
                  <a:lnTo>
                    <a:pt x="4318635" y="4322191"/>
                  </a:lnTo>
                  <a:cubicBezTo>
                    <a:pt x="4318635" y="4470908"/>
                    <a:pt x="4198112" y="4591558"/>
                    <a:pt x="4049395" y="4591558"/>
                  </a:cubicBezTo>
                  <a:lnTo>
                    <a:pt x="4049395" y="4566158"/>
                  </a:lnTo>
                  <a:lnTo>
                    <a:pt x="4049395" y="4591558"/>
                  </a:lnTo>
                  <a:lnTo>
                    <a:pt x="269240" y="4591558"/>
                  </a:lnTo>
                  <a:lnTo>
                    <a:pt x="269240" y="4566158"/>
                  </a:lnTo>
                  <a:lnTo>
                    <a:pt x="269240" y="4591558"/>
                  </a:lnTo>
                  <a:cubicBezTo>
                    <a:pt x="120523" y="4591558"/>
                    <a:pt x="0" y="4470908"/>
                    <a:pt x="0" y="4322191"/>
                  </a:cubicBezTo>
                  <a:lnTo>
                    <a:pt x="0" y="269367"/>
                  </a:lnTo>
                  <a:lnTo>
                    <a:pt x="25400" y="269367"/>
                  </a:lnTo>
                  <a:lnTo>
                    <a:pt x="0" y="269367"/>
                  </a:lnTo>
                  <a:moveTo>
                    <a:pt x="50800" y="269367"/>
                  </a:moveTo>
                  <a:lnTo>
                    <a:pt x="50800" y="4322191"/>
                  </a:lnTo>
                  <a:lnTo>
                    <a:pt x="25400" y="4322191"/>
                  </a:lnTo>
                  <a:lnTo>
                    <a:pt x="50800" y="4322191"/>
                  </a:lnTo>
                  <a:cubicBezTo>
                    <a:pt x="50800" y="4442968"/>
                    <a:pt x="148590" y="4540758"/>
                    <a:pt x="269240" y="4540758"/>
                  </a:cubicBezTo>
                  <a:lnTo>
                    <a:pt x="4049395" y="4540758"/>
                  </a:lnTo>
                  <a:cubicBezTo>
                    <a:pt x="4170045" y="4540758"/>
                    <a:pt x="4267835" y="4442968"/>
                    <a:pt x="4267835" y="4322191"/>
                  </a:cubicBezTo>
                  <a:lnTo>
                    <a:pt x="4267835" y="269367"/>
                  </a:lnTo>
                  <a:cubicBezTo>
                    <a:pt x="4267835" y="148590"/>
                    <a:pt x="4170045" y="50800"/>
                    <a:pt x="4049395" y="50800"/>
                  </a:cubicBezTo>
                  <a:lnTo>
                    <a:pt x="269240" y="50800"/>
                  </a:lnTo>
                  <a:lnTo>
                    <a:pt x="269240" y="25400"/>
                  </a:lnTo>
                  <a:lnTo>
                    <a:pt x="269240" y="50800"/>
                  </a:lnTo>
                  <a:cubicBezTo>
                    <a:pt x="148590" y="50800"/>
                    <a:pt x="50800" y="148590"/>
                    <a:pt x="50800" y="269367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978385" y="4066584"/>
            <a:ext cx="152400" cy="3405635"/>
            <a:chOff x="0" y="0"/>
            <a:chExt cx="203200" cy="45408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200" cy="4540885"/>
            </a:xfrm>
            <a:custGeom>
              <a:avLst/>
              <a:gdLst/>
              <a:ahLst/>
              <a:cxnLst/>
              <a:rect r="r" b="b" t="t" l="l"/>
              <a:pathLst>
                <a:path h="4540885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439285"/>
                  </a:lnTo>
                  <a:cubicBezTo>
                    <a:pt x="203200" y="4495419"/>
                    <a:pt x="157734" y="4540885"/>
                    <a:pt x="101600" y="4540885"/>
                  </a:cubicBezTo>
                  <a:cubicBezTo>
                    <a:pt x="45466" y="4540885"/>
                    <a:pt x="0" y="4495419"/>
                    <a:pt x="0" y="4439285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477400" y="4394149"/>
            <a:ext cx="239330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☁️</a:t>
            </a: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MongoDB Atlas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77400" y="5474198"/>
            <a:ext cx="2393309" cy="158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Cloud database — globally accessible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97751" y="7714507"/>
            <a:ext cx="10219582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🔗</a:t>
            </a:r>
            <a:r>
              <a:rPr lang="en-US" b="true" sz="2400" u="sng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  <a:hlinkClick r:id="rId4" tooltip="https://tasik-git-main-muneeb-i78s-projects.vercel.app"/>
              </a:rPr>
              <a:t> Live App →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9" y="994467"/>
            <a:ext cx="2690070" cy="580130"/>
            <a:chOff x="0" y="0"/>
            <a:chExt cx="3586759" cy="773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86734" cy="773430"/>
            </a:xfrm>
            <a:custGeom>
              <a:avLst/>
              <a:gdLst/>
              <a:ahLst/>
              <a:cxnLst/>
              <a:rect r="r" b="b" t="t" l="l"/>
              <a:pathLst>
                <a:path h="773430" w="3586734">
                  <a:moveTo>
                    <a:pt x="0" y="386715"/>
                  </a:moveTo>
                  <a:cubicBezTo>
                    <a:pt x="0" y="173101"/>
                    <a:pt x="173101" y="0"/>
                    <a:pt x="386715" y="0"/>
                  </a:cubicBezTo>
                  <a:lnTo>
                    <a:pt x="3200019" y="0"/>
                  </a:lnTo>
                  <a:cubicBezTo>
                    <a:pt x="3413633" y="0"/>
                    <a:pt x="3586734" y="173101"/>
                    <a:pt x="3586734" y="386715"/>
                  </a:cubicBezTo>
                  <a:cubicBezTo>
                    <a:pt x="3586734" y="600329"/>
                    <a:pt x="3413633" y="773430"/>
                    <a:pt x="3200019" y="773430"/>
                  </a:cubicBezTo>
                  <a:lnTo>
                    <a:pt x="386715" y="773430"/>
                  </a:lnTo>
                  <a:cubicBezTo>
                    <a:pt x="173101" y="773557"/>
                    <a:pt x="0" y="600329"/>
                    <a:pt x="0" y="386715"/>
                  </a:cubicBezTo>
                  <a:close/>
                </a:path>
              </a:pathLst>
            </a:custGeom>
            <a:solidFill>
              <a:srgbClr val="4D4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5187" y="991791"/>
            <a:ext cx="2319785" cy="49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19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LESSONS LEARNED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1659884"/>
            <a:ext cx="830654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54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Challenges &amp; Solutions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60999" y="2999032"/>
            <a:ext cx="7947717" cy="2783681"/>
            <a:chOff x="0" y="0"/>
            <a:chExt cx="10596956" cy="3711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0546207" cy="3660775"/>
            </a:xfrm>
            <a:custGeom>
              <a:avLst/>
              <a:gdLst/>
              <a:ahLst/>
              <a:cxnLst/>
              <a:rect r="r" b="b" t="t" l="l"/>
              <a:pathLst>
                <a:path h="3660775" w="10546207">
                  <a:moveTo>
                    <a:pt x="0" y="617220"/>
                  </a:moveTo>
                  <a:cubicBezTo>
                    <a:pt x="0" y="276352"/>
                    <a:pt x="278765" y="0"/>
                    <a:pt x="622808" y="0"/>
                  </a:cubicBezTo>
                  <a:lnTo>
                    <a:pt x="9923399" y="0"/>
                  </a:lnTo>
                  <a:cubicBezTo>
                    <a:pt x="10267315" y="0"/>
                    <a:pt x="10546207" y="276352"/>
                    <a:pt x="10546207" y="617220"/>
                  </a:cubicBezTo>
                  <a:lnTo>
                    <a:pt x="10546207" y="3043555"/>
                  </a:lnTo>
                  <a:cubicBezTo>
                    <a:pt x="10546207" y="3384423"/>
                    <a:pt x="10267442" y="3660775"/>
                    <a:pt x="9923399" y="3660775"/>
                  </a:cubicBezTo>
                  <a:lnTo>
                    <a:pt x="622808" y="3660775"/>
                  </a:lnTo>
                  <a:cubicBezTo>
                    <a:pt x="278765" y="3660775"/>
                    <a:pt x="0" y="3384423"/>
                    <a:pt x="0" y="3043555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97007" cy="3711575"/>
            </a:xfrm>
            <a:custGeom>
              <a:avLst/>
              <a:gdLst/>
              <a:ahLst/>
              <a:cxnLst/>
              <a:rect r="r" b="b" t="t" l="l"/>
              <a:pathLst>
                <a:path h="3711575" w="10597007">
                  <a:moveTo>
                    <a:pt x="0" y="642620"/>
                  </a:moveTo>
                  <a:cubicBezTo>
                    <a:pt x="0" y="287528"/>
                    <a:pt x="290449" y="0"/>
                    <a:pt x="648208" y="0"/>
                  </a:cubicBezTo>
                  <a:lnTo>
                    <a:pt x="9948799" y="0"/>
                  </a:lnTo>
                  <a:lnTo>
                    <a:pt x="9948799" y="25400"/>
                  </a:lnTo>
                  <a:lnTo>
                    <a:pt x="9948799" y="0"/>
                  </a:lnTo>
                  <a:cubicBezTo>
                    <a:pt x="10306558" y="0"/>
                    <a:pt x="10597007" y="287528"/>
                    <a:pt x="10597007" y="642620"/>
                  </a:cubicBezTo>
                  <a:lnTo>
                    <a:pt x="10571607" y="642620"/>
                  </a:lnTo>
                  <a:lnTo>
                    <a:pt x="10597007" y="642620"/>
                  </a:lnTo>
                  <a:lnTo>
                    <a:pt x="10597007" y="3068955"/>
                  </a:lnTo>
                  <a:lnTo>
                    <a:pt x="10571607" y="3068955"/>
                  </a:lnTo>
                  <a:lnTo>
                    <a:pt x="10597007" y="3068955"/>
                  </a:lnTo>
                  <a:cubicBezTo>
                    <a:pt x="10597007" y="3424047"/>
                    <a:pt x="10306558" y="3711575"/>
                    <a:pt x="9948799" y="3711575"/>
                  </a:cubicBezTo>
                  <a:lnTo>
                    <a:pt x="9948799" y="3686175"/>
                  </a:lnTo>
                  <a:lnTo>
                    <a:pt x="9948799" y="3711575"/>
                  </a:lnTo>
                  <a:lnTo>
                    <a:pt x="648208" y="3711575"/>
                  </a:lnTo>
                  <a:lnTo>
                    <a:pt x="648208" y="3686175"/>
                  </a:lnTo>
                  <a:lnTo>
                    <a:pt x="648208" y="3711575"/>
                  </a:lnTo>
                  <a:cubicBezTo>
                    <a:pt x="290449" y="3711575"/>
                    <a:pt x="0" y="3424047"/>
                    <a:pt x="0" y="3068955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068955"/>
                  </a:lnTo>
                  <a:lnTo>
                    <a:pt x="25400" y="3068955"/>
                  </a:lnTo>
                  <a:lnTo>
                    <a:pt x="50800" y="3068955"/>
                  </a:lnTo>
                  <a:cubicBezTo>
                    <a:pt x="50800" y="3395599"/>
                    <a:pt x="318008" y="3660775"/>
                    <a:pt x="648208" y="3660775"/>
                  </a:cubicBezTo>
                  <a:lnTo>
                    <a:pt x="9948799" y="3660775"/>
                  </a:lnTo>
                  <a:cubicBezTo>
                    <a:pt x="10278872" y="3660775"/>
                    <a:pt x="10546207" y="3395599"/>
                    <a:pt x="10546207" y="3068955"/>
                  </a:cubicBezTo>
                  <a:lnTo>
                    <a:pt x="10546207" y="642620"/>
                  </a:lnTo>
                  <a:cubicBezTo>
                    <a:pt x="10546207" y="315976"/>
                    <a:pt x="10278999" y="50800"/>
                    <a:pt x="9948799" y="50800"/>
                  </a:cubicBezTo>
                  <a:lnTo>
                    <a:pt x="648208" y="50800"/>
                  </a:lnTo>
                  <a:lnTo>
                    <a:pt x="648208" y="25400"/>
                  </a:lnTo>
                  <a:lnTo>
                    <a:pt x="648208" y="50800"/>
                  </a:lnTo>
                  <a:cubicBezTo>
                    <a:pt x="318008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8149" y="3056182"/>
            <a:ext cx="7833417" cy="925706"/>
            <a:chOff x="0" y="0"/>
            <a:chExt cx="10444556" cy="12342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44607" cy="1234313"/>
            </a:xfrm>
            <a:custGeom>
              <a:avLst/>
              <a:gdLst/>
              <a:ahLst/>
              <a:cxnLst/>
              <a:rect r="r" b="b" t="t" l="l"/>
              <a:pathLst>
                <a:path h="1234313" w="10444607">
                  <a:moveTo>
                    <a:pt x="0" y="556260"/>
                  </a:moveTo>
                  <a:cubicBezTo>
                    <a:pt x="0" y="249047"/>
                    <a:pt x="249047" y="0"/>
                    <a:pt x="556260" y="0"/>
                  </a:cubicBezTo>
                  <a:lnTo>
                    <a:pt x="9888347" y="0"/>
                  </a:lnTo>
                  <a:cubicBezTo>
                    <a:pt x="10195560" y="0"/>
                    <a:pt x="10444607" y="249047"/>
                    <a:pt x="10444607" y="556260"/>
                  </a:cubicBezTo>
                  <a:lnTo>
                    <a:pt x="10444607" y="678053"/>
                  </a:lnTo>
                  <a:cubicBezTo>
                    <a:pt x="10444607" y="985266"/>
                    <a:pt x="10195560" y="1234313"/>
                    <a:pt x="9888347" y="1234313"/>
                  </a:cubicBezTo>
                  <a:lnTo>
                    <a:pt x="556260" y="1234313"/>
                  </a:lnTo>
                  <a:cubicBezTo>
                    <a:pt x="249047" y="1234313"/>
                    <a:pt x="0" y="985266"/>
                    <a:pt x="0" y="6780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803429" y="3229718"/>
            <a:ext cx="462858" cy="578644"/>
            <a:chOff x="0" y="0"/>
            <a:chExt cx="617144" cy="7715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6664" y="4271372"/>
            <a:ext cx="472320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dotenvx Blocking Env Vars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664" y="4799409"/>
            <a:ext cx="7216378" cy="61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Manually read .env via Node.js </a:t>
            </a:r>
            <a:r>
              <a:rPr lang="en-US" sz="2400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fs</a:t>
            </a: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module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79141" y="2999032"/>
            <a:ext cx="7947870" cy="2783681"/>
            <a:chOff x="0" y="0"/>
            <a:chExt cx="10597159" cy="37115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0546334" cy="3660775"/>
            </a:xfrm>
            <a:custGeom>
              <a:avLst/>
              <a:gdLst/>
              <a:ahLst/>
              <a:cxnLst/>
              <a:rect r="r" b="b" t="t" l="l"/>
              <a:pathLst>
                <a:path h="3660775" w="10546334">
                  <a:moveTo>
                    <a:pt x="0" y="617220"/>
                  </a:moveTo>
                  <a:cubicBezTo>
                    <a:pt x="0" y="276352"/>
                    <a:pt x="278765" y="0"/>
                    <a:pt x="622808" y="0"/>
                  </a:cubicBezTo>
                  <a:lnTo>
                    <a:pt x="9923526" y="0"/>
                  </a:lnTo>
                  <a:cubicBezTo>
                    <a:pt x="10267442" y="0"/>
                    <a:pt x="10546334" y="276352"/>
                    <a:pt x="10546334" y="617220"/>
                  </a:cubicBezTo>
                  <a:lnTo>
                    <a:pt x="10546334" y="3043555"/>
                  </a:lnTo>
                  <a:cubicBezTo>
                    <a:pt x="10546334" y="3384423"/>
                    <a:pt x="10267569" y="3660775"/>
                    <a:pt x="9923526" y="3660775"/>
                  </a:cubicBezTo>
                  <a:lnTo>
                    <a:pt x="622808" y="3660775"/>
                  </a:lnTo>
                  <a:cubicBezTo>
                    <a:pt x="278765" y="3660775"/>
                    <a:pt x="0" y="3384423"/>
                    <a:pt x="0" y="3043555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97134" cy="3711575"/>
            </a:xfrm>
            <a:custGeom>
              <a:avLst/>
              <a:gdLst/>
              <a:ahLst/>
              <a:cxnLst/>
              <a:rect r="r" b="b" t="t" l="l"/>
              <a:pathLst>
                <a:path h="3711575" w="10597134">
                  <a:moveTo>
                    <a:pt x="0" y="642620"/>
                  </a:moveTo>
                  <a:cubicBezTo>
                    <a:pt x="0" y="287528"/>
                    <a:pt x="290449" y="0"/>
                    <a:pt x="648208" y="0"/>
                  </a:cubicBezTo>
                  <a:lnTo>
                    <a:pt x="9948926" y="0"/>
                  </a:lnTo>
                  <a:lnTo>
                    <a:pt x="9948926" y="25400"/>
                  </a:lnTo>
                  <a:lnTo>
                    <a:pt x="9948926" y="0"/>
                  </a:lnTo>
                  <a:cubicBezTo>
                    <a:pt x="10306685" y="0"/>
                    <a:pt x="10597134" y="287528"/>
                    <a:pt x="10597134" y="642620"/>
                  </a:cubicBezTo>
                  <a:lnTo>
                    <a:pt x="10571734" y="642620"/>
                  </a:lnTo>
                  <a:lnTo>
                    <a:pt x="10597134" y="642620"/>
                  </a:lnTo>
                  <a:lnTo>
                    <a:pt x="10597134" y="3068955"/>
                  </a:lnTo>
                  <a:lnTo>
                    <a:pt x="10571734" y="3068955"/>
                  </a:lnTo>
                  <a:lnTo>
                    <a:pt x="10597134" y="3068955"/>
                  </a:lnTo>
                  <a:cubicBezTo>
                    <a:pt x="10597134" y="3424047"/>
                    <a:pt x="10306685" y="3711575"/>
                    <a:pt x="9948926" y="3711575"/>
                  </a:cubicBezTo>
                  <a:lnTo>
                    <a:pt x="9948926" y="3686175"/>
                  </a:lnTo>
                  <a:lnTo>
                    <a:pt x="9948926" y="3711575"/>
                  </a:lnTo>
                  <a:lnTo>
                    <a:pt x="648208" y="3711575"/>
                  </a:lnTo>
                  <a:lnTo>
                    <a:pt x="648208" y="3686175"/>
                  </a:lnTo>
                  <a:lnTo>
                    <a:pt x="648208" y="3711575"/>
                  </a:lnTo>
                  <a:cubicBezTo>
                    <a:pt x="290449" y="3711575"/>
                    <a:pt x="0" y="3424047"/>
                    <a:pt x="0" y="3068955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068955"/>
                  </a:lnTo>
                  <a:lnTo>
                    <a:pt x="25400" y="3068955"/>
                  </a:lnTo>
                  <a:lnTo>
                    <a:pt x="50800" y="3068955"/>
                  </a:lnTo>
                  <a:cubicBezTo>
                    <a:pt x="50800" y="3395599"/>
                    <a:pt x="318008" y="3660775"/>
                    <a:pt x="648208" y="3660775"/>
                  </a:cubicBezTo>
                  <a:lnTo>
                    <a:pt x="9948926" y="3660775"/>
                  </a:lnTo>
                  <a:cubicBezTo>
                    <a:pt x="10278999" y="3660775"/>
                    <a:pt x="10546334" y="3395599"/>
                    <a:pt x="10546334" y="3068955"/>
                  </a:cubicBezTo>
                  <a:lnTo>
                    <a:pt x="10546334" y="642620"/>
                  </a:lnTo>
                  <a:cubicBezTo>
                    <a:pt x="10546334" y="315976"/>
                    <a:pt x="10279126" y="50800"/>
                    <a:pt x="9948926" y="50800"/>
                  </a:cubicBezTo>
                  <a:lnTo>
                    <a:pt x="648208" y="50800"/>
                  </a:lnTo>
                  <a:lnTo>
                    <a:pt x="648208" y="25400"/>
                  </a:lnTo>
                  <a:lnTo>
                    <a:pt x="648208" y="50800"/>
                  </a:lnTo>
                  <a:cubicBezTo>
                    <a:pt x="318008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36291" y="3056182"/>
            <a:ext cx="7833570" cy="925706"/>
            <a:chOff x="0" y="0"/>
            <a:chExt cx="10444759" cy="12342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44734" cy="1234313"/>
            </a:xfrm>
            <a:custGeom>
              <a:avLst/>
              <a:gdLst/>
              <a:ahLst/>
              <a:cxnLst/>
              <a:rect r="r" b="b" t="t" l="l"/>
              <a:pathLst>
                <a:path h="1234313" w="10444734">
                  <a:moveTo>
                    <a:pt x="0" y="556260"/>
                  </a:moveTo>
                  <a:cubicBezTo>
                    <a:pt x="0" y="249047"/>
                    <a:pt x="249047" y="0"/>
                    <a:pt x="556260" y="0"/>
                  </a:cubicBezTo>
                  <a:lnTo>
                    <a:pt x="9888474" y="0"/>
                  </a:lnTo>
                  <a:cubicBezTo>
                    <a:pt x="10195687" y="0"/>
                    <a:pt x="10444734" y="249047"/>
                    <a:pt x="10444734" y="556260"/>
                  </a:cubicBezTo>
                  <a:lnTo>
                    <a:pt x="10444734" y="678053"/>
                  </a:lnTo>
                  <a:cubicBezTo>
                    <a:pt x="10444734" y="985266"/>
                    <a:pt x="10195687" y="1234313"/>
                    <a:pt x="9888474" y="1234313"/>
                  </a:cubicBezTo>
                  <a:lnTo>
                    <a:pt x="556260" y="1234313"/>
                  </a:lnTo>
                  <a:cubicBezTo>
                    <a:pt x="249047" y="1234313"/>
                    <a:pt x="0" y="985266"/>
                    <a:pt x="0" y="6780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21570" y="3229718"/>
            <a:ext cx="462858" cy="578644"/>
            <a:chOff x="0" y="0"/>
            <a:chExt cx="617144" cy="7715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44805" y="4271372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CORS Errors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44805" y="4799409"/>
            <a:ext cx="7216531" cy="61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Added </a:t>
            </a:r>
            <a:r>
              <a:rPr lang="en-US" sz="2400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cors()</a:t>
            </a: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middleware, fixed origin array syntax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60999" y="6053138"/>
            <a:ext cx="7947717" cy="3258445"/>
            <a:chOff x="0" y="0"/>
            <a:chExt cx="10596956" cy="4344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10546207" cy="4293743"/>
            </a:xfrm>
            <a:custGeom>
              <a:avLst/>
              <a:gdLst/>
              <a:ahLst/>
              <a:cxnLst/>
              <a:rect r="r" b="b" t="t" l="l"/>
              <a:pathLst>
                <a:path h="4293743" w="10546207">
                  <a:moveTo>
                    <a:pt x="0" y="617220"/>
                  </a:moveTo>
                  <a:cubicBezTo>
                    <a:pt x="0" y="276352"/>
                    <a:pt x="278257" y="0"/>
                    <a:pt x="621538" y="0"/>
                  </a:cubicBezTo>
                  <a:lnTo>
                    <a:pt x="9924669" y="0"/>
                  </a:lnTo>
                  <a:cubicBezTo>
                    <a:pt x="10267950" y="0"/>
                    <a:pt x="10546207" y="276352"/>
                    <a:pt x="10546207" y="617220"/>
                  </a:cubicBezTo>
                  <a:lnTo>
                    <a:pt x="10546207" y="3676523"/>
                  </a:lnTo>
                  <a:cubicBezTo>
                    <a:pt x="10546207" y="4017391"/>
                    <a:pt x="10267950" y="4293743"/>
                    <a:pt x="9924669" y="4293743"/>
                  </a:cubicBezTo>
                  <a:lnTo>
                    <a:pt x="621538" y="4293743"/>
                  </a:lnTo>
                  <a:cubicBezTo>
                    <a:pt x="278257" y="4293743"/>
                    <a:pt x="0" y="4017391"/>
                    <a:pt x="0" y="3676523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97007" cy="4344543"/>
            </a:xfrm>
            <a:custGeom>
              <a:avLst/>
              <a:gdLst/>
              <a:ahLst/>
              <a:cxnLst/>
              <a:rect r="r" b="b" t="t" l="l"/>
              <a:pathLst>
                <a:path h="4344543" w="10597007">
                  <a:moveTo>
                    <a:pt x="0" y="642620"/>
                  </a:moveTo>
                  <a:cubicBezTo>
                    <a:pt x="0" y="287528"/>
                    <a:pt x="289814" y="0"/>
                    <a:pt x="646938" y="0"/>
                  </a:cubicBezTo>
                  <a:lnTo>
                    <a:pt x="9950069" y="0"/>
                  </a:lnTo>
                  <a:lnTo>
                    <a:pt x="9950069" y="25400"/>
                  </a:lnTo>
                  <a:lnTo>
                    <a:pt x="9950069" y="0"/>
                  </a:lnTo>
                  <a:cubicBezTo>
                    <a:pt x="10307193" y="0"/>
                    <a:pt x="10597007" y="287528"/>
                    <a:pt x="10597007" y="642620"/>
                  </a:cubicBezTo>
                  <a:lnTo>
                    <a:pt x="10571607" y="642620"/>
                  </a:lnTo>
                  <a:lnTo>
                    <a:pt x="10597007" y="642620"/>
                  </a:lnTo>
                  <a:lnTo>
                    <a:pt x="10597007" y="3701923"/>
                  </a:lnTo>
                  <a:lnTo>
                    <a:pt x="10571607" y="3701923"/>
                  </a:lnTo>
                  <a:lnTo>
                    <a:pt x="10597007" y="3701923"/>
                  </a:lnTo>
                  <a:cubicBezTo>
                    <a:pt x="10597007" y="4057015"/>
                    <a:pt x="10307193" y="4344543"/>
                    <a:pt x="9950069" y="4344543"/>
                  </a:cubicBezTo>
                  <a:lnTo>
                    <a:pt x="9950069" y="4319143"/>
                  </a:lnTo>
                  <a:lnTo>
                    <a:pt x="9950069" y="4344543"/>
                  </a:lnTo>
                  <a:lnTo>
                    <a:pt x="646938" y="4344543"/>
                  </a:lnTo>
                  <a:lnTo>
                    <a:pt x="646938" y="4319143"/>
                  </a:lnTo>
                  <a:lnTo>
                    <a:pt x="646938" y="4344543"/>
                  </a:lnTo>
                  <a:cubicBezTo>
                    <a:pt x="289814" y="4344543"/>
                    <a:pt x="0" y="4057015"/>
                    <a:pt x="0" y="3701923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701923"/>
                  </a:lnTo>
                  <a:lnTo>
                    <a:pt x="25400" y="3701923"/>
                  </a:lnTo>
                  <a:lnTo>
                    <a:pt x="50800" y="3701923"/>
                  </a:lnTo>
                  <a:cubicBezTo>
                    <a:pt x="50800" y="4028567"/>
                    <a:pt x="317500" y="4293743"/>
                    <a:pt x="646938" y="4293743"/>
                  </a:cubicBezTo>
                  <a:lnTo>
                    <a:pt x="9950069" y="4293743"/>
                  </a:lnTo>
                  <a:cubicBezTo>
                    <a:pt x="10279507" y="4293743"/>
                    <a:pt x="10546207" y="4028567"/>
                    <a:pt x="10546207" y="3701923"/>
                  </a:cubicBezTo>
                  <a:lnTo>
                    <a:pt x="10546207" y="642620"/>
                  </a:lnTo>
                  <a:cubicBezTo>
                    <a:pt x="10546207" y="315976"/>
                    <a:pt x="10279507" y="50800"/>
                    <a:pt x="9950069" y="50800"/>
                  </a:cubicBezTo>
                  <a:lnTo>
                    <a:pt x="646938" y="50800"/>
                  </a:lnTo>
                  <a:lnTo>
                    <a:pt x="646938" y="25400"/>
                  </a:lnTo>
                  <a:lnTo>
                    <a:pt x="646938" y="50800"/>
                  </a:lnTo>
                  <a:cubicBezTo>
                    <a:pt x="317500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18149" y="6110288"/>
            <a:ext cx="7833417" cy="925706"/>
            <a:chOff x="0" y="0"/>
            <a:chExt cx="10444556" cy="12342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44607" cy="1234313"/>
            </a:xfrm>
            <a:custGeom>
              <a:avLst/>
              <a:gdLst/>
              <a:ahLst/>
              <a:cxnLst/>
              <a:rect r="r" b="b" t="t" l="l"/>
              <a:pathLst>
                <a:path h="1234313" w="10444607">
                  <a:moveTo>
                    <a:pt x="0" y="556260"/>
                  </a:moveTo>
                  <a:cubicBezTo>
                    <a:pt x="0" y="249047"/>
                    <a:pt x="249047" y="0"/>
                    <a:pt x="556260" y="0"/>
                  </a:cubicBezTo>
                  <a:lnTo>
                    <a:pt x="9888347" y="0"/>
                  </a:lnTo>
                  <a:cubicBezTo>
                    <a:pt x="10195560" y="0"/>
                    <a:pt x="10444607" y="249047"/>
                    <a:pt x="10444607" y="556260"/>
                  </a:cubicBezTo>
                  <a:lnTo>
                    <a:pt x="10444607" y="678053"/>
                  </a:lnTo>
                  <a:cubicBezTo>
                    <a:pt x="10444607" y="985266"/>
                    <a:pt x="10195560" y="1234313"/>
                    <a:pt x="9888347" y="1234313"/>
                  </a:cubicBezTo>
                  <a:lnTo>
                    <a:pt x="556260" y="1234313"/>
                  </a:lnTo>
                  <a:cubicBezTo>
                    <a:pt x="249047" y="1234313"/>
                    <a:pt x="0" y="985266"/>
                    <a:pt x="0" y="6780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03429" y="6283823"/>
            <a:ext cx="462858" cy="578644"/>
            <a:chOff x="0" y="0"/>
            <a:chExt cx="617144" cy="7715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26664" y="7325468"/>
            <a:ext cx="3429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MongoDB Timeout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6664" y="7853515"/>
            <a:ext cx="7216378" cy="59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Whitelisted all IPs in Atlas Network Access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79141" y="6053138"/>
            <a:ext cx="7947870" cy="3258445"/>
            <a:chOff x="0" y="0"/>
            <a:chExt cx="10597159" cy="43445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5400" y="25400"/>
              <a:ext cx="10546334" cy="4293743"/>
            </a:xfrm>
            <a:custGeom>
              <a:avLst/>
              <a:gdLst/>
              <a:ahLst/>
              <a:cxnLst/>
              <a:rect r="r" b="b" t="t" l="l"/>
              <a:pathLst>
                <a:path h="4293743" w="10546334">
                  <a:moveTo>
                    <a:pt x="0" y="617220"/>
                  </a:moveTo>
                  <a:cubicBezTo>
                    <a:pt x="0" y="276352"/>
                    <a:pt x="278257" y="0"/>
                    <a:pt x="621538" y="0"/>
                  </a:cubicBezTo>
                  <a:lnTo>
                    <a:pt x="9924796" y="0"/>
                  </a:lnTo>
                  <a:cubicBezTo>
                    <a:pt x="10268077" y="0"/>
                    <a:pt x="10546334" y="276352"/>
                    <a:pt x="10546334" y="617220"/>
                  </a:cubicBezTo>
                  <a:lnTo>
                    <a:pt x="10546334" y="3676523"/>
                  </a:lnTo>
                  <a:cubicBezTo>
                    <a:pt x="10546334" y="4017391"/>
                    <a:pt x="10268077" y="4293743"/>
                    <a:pt x="9924796" y="4293743"/>
                  </a:cubicBezTo>
                  <a:lnTo>
                    <a:pt x="621538" y="4293743"/>
                  </a:lnTo>
                  <a:cubicBezTo>
                    <a:pt x="278257" y="4293743"/>
                    <a:pt x="0" y="4017391"/>
                    <a:pt x="0" y="3676523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97134" cy="4344543"/>
            </a:xfrm>
            <a:custGeom>
              <a:avLst/>
              <a:gdLst/>
              <a:ahLst/>
              <a:cxnLst/>
              <a:rect r="r" b="b" t="t" l="l"/>
              <a:pathLst>
                <a:path h="4344543" w="10597134">
                  <a:moveTo>
                    <a:pt x="0" y="642620"/>
                  </a:moveTo>
                  <a:cubicBezTo>
                    <a:pt x="0" y="287528"/>
                    <a:pt x="289814" y="0"/>
                    <a:pt x="646938" y="0"/>
                  </a:cubicBezTo>
                  <a:lnTo>
                    <a:pt x="9950196" y="0"/>
                  </a:lnTo>
                  <a:lnTo>
                    <a:pt x="9950196" y="25400"/>
                  </a:lnTo>
                  <a:lnTo>
                    <a:pt x="9950196" y="0"/>
                  </a:lnTo>
                  <a:cubicBezTo>
                    <a:pt x="10307320" y="0"/>
                    <a:pt x="10597134" y="287528"/>
                    <a:pt x="10597134" y="642620"/>
                  </a:cubicBezTo>
                  <a:lnTo>
                    <a:pt x="10571734" y="642620"/>
                  </a:lnTo>
                  <a:lnTo>
                    <a:pt x="10597134" y="642620"/>
                  </a:lnTo>
                  <a:lnTo>
                    <a:pt x="10597134" y="3701923"/>
                  </a:lnTo>
                  <a:lnTo>
                    <a:pt x="10571734" y="3701923"/>
                  </a:lnTo>
                  <a:lnTo>
                    <a:pt x="10597134" y="3701923"/>
                  </a:lnTo>
                  <a:cubicBezTo>
                    <a:pt x="10597134" y="4057015"/>
                    <a:pt x="10307320" y="4344543"/>
                    <a:pt x="9950196" y="4344543"/>
                  </a:cubicBezTo>
                  <a:lnTo>
                    <a:pt x="9950196" y="4319143"/>
                  </a:lnTo>
                  <a:lnTo>
                    <a:pt x="9950196" y="4344543"/>
                  </a:lnTo>
                  <a:lnTo>
                    <a:pt x="646938" y="4344543"/>
                  </a:lnTo>
                  <a:lnTo>
                    <a:pt x="646938" y="4319143"/>
                  </a:lnTo>
                  <a:lnTo>
                    <a:pt x="646938" y="4344543"/>
                  </a:lnTo>
                  <a:cubicBezTo>
                    <a:pt x="289814" y="4344543"/>
                    <a:pt x="0" y="4057015"/>
                    <a:pt x="0" y="3701923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3701923"/>
                  </a:lnTo>
                  <a:lnTo>
                    <a:pt x="25400" y="3701923"/>
                  </a:lnTo>
                  <a:lnTo>
                    <a:pt x="50800" y="3701923"/>
                  </a:lnTo>
                  <a:cubicBezTo>
                    <a:pt x="50800" y="4028567"/>
                    <a:pt x="317500" y="4293743"/>
                    <a:pt x="646938" y="4293743"/>
                  </a:cubicBezTo>
                  <a:lnTo>
                    <a:pt x="9950196" y="4293743"/>
                  </a:lnTo>
                  <a:cubicBezTo>
                    <a:pt x="10279634" y="4293743"/>
                    <a:pt x="10546334" y="4028567"/>
                    <a:pt x="10546334" y="3701923"/>
                  </a:cubicBezTo>
                  <a:lnTo>
                    <a:pt x="10546334" y="642620"/>
                  </a:lnTo>
                  <a:cubicBezTo>
                    <a:pt x="10546334" y="315976"/>
                    <a:pt x="10279634" y="50800"/>
                    <a:pt x="9950196" y="50800"/>
                  </a:cubicBezTo>
                  <a:lnTo>
                    <a:pt x="646938" y="50800"/>
                  </a:lnTo>
                  <a:lnTo>
                    <a:pt x="646938" y="25400"/>
                  </a:lnTo>
                  <a:lnTo>
                    <a:pt x="646938" y="50800"/>
                  </a:lnTo>
                  <a:cubicBezTo>
                    <a:pt x="317500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36291" y="6110288"/>
            <a:ext cx="7833570" cy="925706"/>
            <a:chOff x="0" y="0"/>
            <a:chExt cx="10444759" cy="12342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44734" cy="1234313"/>
            </a:xfrm>
            <a:custGeom>
              <a:avLst/>
              <a:gdLst/>
              <a:ahLst/>
              <a:cxnLst/>
              <a:rect r="r" b="b" t="t" l="l"/>
              <a:pathLst>
                <a:path h="1234313" w="10444734">
                  <a:moveTo>
                    <a:pt x="0" y="556260"/>
                  </a:moveTo>
                  <a:cubicBezTo>
                    <a:pt x="0" y="249047"/>
                    <a:pt x="249047" y="0"/>
                    <a:pt x="556260" y="0"/>
                  </a:cubicBezTo>
                  <a:lnTo>
                    <a:pt x="9888474" y="0"/>
                  </a:lnTo>
                  <a:cubicBezTo>
                    <a:pt x="10195687" y="0"/>
                    <a:pt x="10444734" y="249047"/>
                    <a:pt x="10444734" y="556260"/>
                  </a:cubicBezTo>
                  <a:lnTo>
                    <a:pt x="10444734" y="678053"/>
                  </a:lnTo>
                  <a:cubicBezTo>
                    <a:pt x="10444734" y="985266"/>
                    <a:pt x="10195687" y="1234313"/>
                    <a:pt x="9888474" y="1234313"/>
                  </a:cubicBezTo>
                  <a:lnTo>
                    <a:pt x="556260" y="1234313"/>
                  </a:lnTo>
                  <a:cubicBezTo>
                    <a:pt x="249047" y="1234313"/>
                    <a:pt x="0" y="985266"/>
                    <a:pt x="0" y="6780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021570" y="6283823"/>
            <a:ext cx="462858" cy="578644"/>
            <a:chOff x="0" y="0"/>
            <a:chExt cx="617144" cy="77152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4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644805" y="7325468"/>
            <a:ext cx="357277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Render .env Missing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44805" y="7853515"/>
            <a:ext cx="7216531" cy="109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4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Switched to Render environment variables in production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132" y="760962"/>
            <a:ext cx="6573593" cy="8764934"/>
            <a:chOff x="0" y="0"/>
            <a:chExt cx="8764791" cy="1168657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64778" cy="11686540"/>
            </a:xfrm>
            <a:custGeom>
              <a:avLst/>
              <a:gdLst/>
              <a:ahLst/>
              <a:cxnLst/>
              <a:rect r="r" b="b" t="t" l="l"/>
              <a:pathLst>
                <a:path h="11686540" w="8764778">
                  <a:moveTo>
                    <a:pt x="0" y="0"/>
                  </a:moveTo>
                  <a:lnTo>
                    <a:pt x="8764778" y="0"/>
                  </a:lnTo>
                  <a:lnTo>
                    <a:pt x="8764778" y="11686540"/>
                  </a:lnTo>
                  <a:lnTo>
                    <a:pt x="0" y="11686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2" t="0" r="-3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5658" y="774059"/>
            <a:ext cx="6322219" cy="81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4900" b="true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2349" y="2205038"/>
            <a:ext cx="9011993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"This internship turned my theoretical knowledge into real-world skills."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5658" y="1986258"/>
            <a:ext cx="38100" cy="1464764"/>
            <a:chOff x="0" y="0"/>
            <a:chExt cx="50800" cy="1953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1953006"/>
            </a:xfrm>
            <a:custGeom>
              <a:avLst/>
              <a:gdLst/>
              <a:ahLst/>
              <a:cxnLst/>
              <a:rect r="r" b="b" t="t" l="l"/>
              <a:pathLst>
                <a:path h="1953006" w="50800">
                  <a:moveTo>
                    <a:pt x="0" y="0"/>
                  </a:moveTo>
                  <a:lnTo>
                    <a:pt x="50800" y="0"/>
                  </a:lnTo>
                  <a:lnTo>
                    <a:pt x="50800" y="1953006"/>
                  </a:lnTo>
                  <a:lnTo>
                    <a:pt x="0" y="1953006"/>
                  </a:ln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5658" y="3669802"/>
            <a:ext cx="9438684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— </a:t>
            </a:r>
            <a:r>
              <a:rPr lang="en-US" sz="2200" b="true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Muneeb Ijaz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5658" y="4478388"/>
            <a:ext cx="4588221" cy="2005613"/>
            <a:chOff x="0" y="0"/>
            <a:chExt cx="6117628" cy="2674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17590" cy="2674112"/>
            </a:xfrm>
            <a:custGeom>
              <a:avLst/>
              <a:gdLst/>
              <a:ahLst/>
              <a:cxnLst/>
              <a:rect r="r" b="b" t="t" l="l"/>
              <a:pathLst>
                <a:path h="2674112" w="611759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5548630" y="0"/>
                  </a:lnTo>
                  <a:cubicBezTo>
                    <a:pt x="5862828" y="0"/>
                    <a:pt x="6117590" y="254762"/>
                    <a:pt x="6117590" y="568960"/>
                  </a:cubicBezTo>
                  <a:lnTo>
                    <a:pt x="6117590" y="2105152"/>
                  </a:lnTo>
                  <a:cubicBezTo>
                    <a:pt x="6117590" y="2419350"/>
                    <a:pt x="5862828" y="2674112"/>
                    <a:pt x="5548630" y="2674112"/>
                  </a:cubicBezTo>
                  <a:lnTo>
                    <a:pt x="568960" y="2674112"/>
                  </a:lnTo>
                  <a:cubicBezTo>
                    <a:pt x="254762" y="2674112"/>
                    <a:pt x="0" y="2419350"/>
                    <a:pt x="0" y="210515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0074" y="4743745"/>
            <a:ext cx="3161109" cy="4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🌐</a:t>
            </a: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Live App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074" y="5248570"/>
            <a:ext cx="4019398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b="true" sz="2200" u="sng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  <a:hlinkClick r:id="rId6" tooltip="https://tasik-git-main-muneeb-i78s-projects.vercel.app"/>
              </a:rPr>
              <a:t>tasik.vercel.app</a:t>
            </a: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46121" y="4478388"/>
            <a:ext cx="4588221" cy="2005613"/>
            <a:chOff x="0" y="0"/>
            <a:chExt cx="6117628" cy="26741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17590" cy="2674112"/>
            </a:xfrm>
            <a:custGeom>
              <a:avLst/>
              <a:gdLst/>
              <a:ahLst/>
              <a:cxnLst/>
              <a:rect r="r" b="b" t="t" l="l"/>
              <a:pathLst>
                <a:path h="2674112" w="611759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5548630" y="0"/>
                  </a:lnTo>
                  <a:cubicBezTo>
                    <a:pt x="5862828" y="0"/>
                    <a:pt x="6117590" y="254762"/>
                    <a:pt x="6117590" y="568960"/>
                  </a:cubicBezTo>
                  <a:lnTo>
                    <a:pt x="6117590" y="2105152"/>
                  </a:lnTo>
                  <a:cubicBezTo>
                    <a:pt x="6117590" y="2419350"/>
                    <a:pt x="5862828" y="2674112"/>
                    <a:pt x="5548630" y="2674112"/>
                  </a:cubicBezTo>
                  <a:lnTo>
                    <a:pt x="568960" y="2674112"/>
                  </a:lnTo>
                  <a:cubicBezTo>
                    <a:pt x="254762" y="2674112"/>
                    <a:pt x="0" y="2419350"/>
                    <a:pt x="0" y="210515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130528" y="4743745"/>
            <a:ext cx="3161109" cy="4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⚙️</a:t>
            </a: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Backend 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30528" y="5248570"/>
            <a:ext cx="4019398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b="true" sz="2200" u="sng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  <a:hlinkClick r:id="rId7" tooltip="https://veltrix-internship.onrender.com"/>
              </a:rPr>
              <a:t>veltrix-internship.onrender.com</a:t>
            </a: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5658" y="6746234"/>
            <a:ext cx="9438684" cy="1568206"/>
            <a:chOff x="0" y="0"/>
            <a:chExt cx="12584913" cy="20909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84811" cy="2090801"/>
            </a:xfrm>
            <a:custGeom>
              <a:avLst/>
              <a:gdLst/>
              <a:ahLst/>
              <a:cxnLst/>
              <a:rect r="r" b="b" t="t" l="l"/>
              <a:pathLst>
                <a:path h="2090801" w="12584811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2015851" y="0"/>
                  </a:lnTo>
                  <a:cubicBezTo>
                    <a:pt x="12330049" y="0"/>
                    <a:pt x="12584811" y="254762"/>
                    <a:pt x="12584811" y="568960"/>
                  </a:cubicBezTo>
                  <a:lnTo>
                    <a:pt x="12584811" y="1521841"/>
                  </a:lnTo>
                  <a:cubicBezTo>
                    <a:pt x="12584811" y="1836039"/>
                    <a:pt x="12330049" y="2090801"/>
                    <a:pt x="12015851" y="2090801"/>
                  </a:cubicBezTo>
                  <a:lnTo>
                    <a:pt x="568960" y="2090801"/>
                  </a:lnTo>
                  <a:cubicBezTo>
                    <a:pt x="254762" y="2090801"/>
                    <a:pt x="0" y="1836039"/>
                    <a:pt x="0" y="1521841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80074" y="7011591"/>
            <a:ext cx="3161109" cy="4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400" b="true">
                <a:solidFill>
                  <a:srgbClr val="000000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📂</a:t>
            </a:r>
            <a:r>
              <a:rPr lang="en-US" sz="2400" b="true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GitHub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0074" y="7516416"/>
            <a:ext cx="8869861" cy="51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b="true" sz="2200" u="sng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  <a:hlinkClick r:id="rId8" tooltip="https://github.com/muneeb-i78/Veltrix_internship"/>
              </a:rPr>
              <a:t>github.com/muneeb-i78</a:t>
            </a: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5658" y="8533209"/>
            <a:ext cx="9438684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Special thanks to </a:t>
            </a:r>
            <a:r>
              <a:rPr lang="en-US" sz="2200" b="true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Veltrix IT Solutions</a:t>
            </a:r>
            <a:r>
              <a:rPr lang="en-US" sz="2200" b="tru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for the opportunity and mentorship.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DAHJujJmvU0</dc:identifier>
  <dcterms:modified xsi:type="dcterms:W3CDTF">2011-08-01T06:04:30Z</dcterms:modified>
  <cp:revision>1</cp:revision>
  <dc:title>Task-Manager-Web-App.pptx</dc:title>
</cp:coreProperties>
</file>